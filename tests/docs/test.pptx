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6C8B-B093-4795-64CF-3E875528E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03842A-D11A-604C-05FB-64FCC4C94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C36BF-0E29-8023-FD67-EB755943D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C8D9-EBEB-42D7-8C0A-13D921EFA1B5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8EB71-5DC2-AFE6-D3B4-116986A76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8F30B-B182-8A2A-3BD3-584BFB3F7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DACB-D564-46B1-BAD7-793F3C84F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96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24AA8-CD57-136A-7193-3803FC6CF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5E210-E2A3-140E-9809-E31D786FC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B7828-94BB-44A1-062B-EEF37F33E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C8D9-EBEB-42D7-8C0A-13D921EFA1B5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70C2B-E37F-8F59-8461-3E1C0764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03E2F-4617-CEFF-0066-E37CBCE7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DACB-D564-46B1-BAD7-793F3C84F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65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0D94-BE49-5BE9-028B-D727A9969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C2480-DE72-1C1D-1AA6-B7BF6CE37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A0637-0378-2E2E-E024-870B87B7F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C8D9-EBEB-42D7-8C0A-13D921EFA1B5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EDFD7-85C6-0083-F3A1-DB8404D7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71AB1-7237-46A6-C090-46A6EE2D9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DACB-D564-46B1-BAD7-793F3C84F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71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AF8C-14FA-A5A9-B374-B97E05AF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308E5-01FF-8362-1E40-AD1C62001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B0B7D-0264-08E2-ACE7-90C87A771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7C6AA-3504-A07A-FB5F-A3DE4E241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C8D9-EBEB-42D7-8C0A-13D921EFA1B5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9380C-916B-93BD-7CE7-E7A10E346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47E59-BFE3-8B2D-0E42-B6CD8DFC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DACB-D564-46B1-BAD7-793F3C84F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99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2A30A-4AA1-F008-A2F5-58B0FDF1C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E9EB3-F937-CAF4-85F5-0C8D781CE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8AB51-8070-0DA0-967C-A1DB32DA8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C63400-7DC3-3115-142B-F212279818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32DFF-A54D-FEDC-13C5-0A69D17BE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483431-3AEC-A4A8-B808-41C2E9201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C8D9-EBEB-42D7-8C0A-13D921EFA1B5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9ADC71-29A2-52E1-048A-344569F8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63420-6A53-6348-66F8-AAFCA2D7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DACB-D564-46B1-BAD7-793F3C84F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5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FED6-23AC-AE48-A198-32B7D00E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AAD9C-456D-70E7-B6BB-437B0EA01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C8D9-EBEB-42D7-8C0A-13D921EFA1B5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892D4-116C-95C1-062C-F91951C82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E74AA-E211-3882-0119-E4D61709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DACB-D564-46B1-BAD7-793F3C84F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52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C83610-50DB-A101-BC4F-374D8F7C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C8D9-EBEB-42D7-8C0A-13D921EFA1B5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2A6F8-885D-4CA1-9504-EF1DC51B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909F6-B4A5-1FDD-0CA4-589F1237D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DACB-D564-46B1-BAD7-793F3C84F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15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E0390-4EE5-B77C-76C6-82719BDD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F0995-6E45-0404-E7C0-DAC5C5569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ED6A1-D3F5-7293-67F2-3CA7EEA03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D5DAD-E8E5-DCA6-1D50-12799D4E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C8D9-EBEB-42D7-8C0A-13D921EFA1B5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268AD-F6E0-15CA-D187-66AA65147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DC03C-A14E-9F3B-26A6-0610B5000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DACB-D564-46B1-BAD7-793F3C84F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71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6871-2A0F-05C7-9EF8-1309FB45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58974D-F799-C70D-34DA-04957AF4D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83137-952B-A9D8-D8F6-89569A124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4432-BB49-A32B-5991-097BB7665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C8D9-EBEB-42D7-8C0A-13D921EFA1B5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B6426-4733-60FF-DF6E-E83C0F6C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2DB44-E4B3-744E-2771-B23E2849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DACB-D564-46B1-BAD7-793F3C84F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74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8B09C-4C92-5329-8ADC-FBD12661A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C0E03-B3F7-575F-2545-F6AF00E1E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56CDF-D764-83A9-33EB-CEA0CEFBB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C8D9-EBEB-42D7-8C0A-13D921EFA1B5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71490-CB57-FA86-B6F7-10E3A8CB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5CA8C-DB66-A79B-4249-18FF03F2F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DACB-D564-46B1-BAD7-793F3C84F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64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D77716-A90B-733A-AD82-4C678C7D9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FF570-C3D8-1004-3C2D-D05EB69D3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D336E-3B04-5BBC-B506-7F399D860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2C8D9-EBEB-42D7-8C0A-13D921EFA1B5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F6120-37CA-E3D5-E0D8-C76A09840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C5C7C-B549-30F6-E0FB-1CC39C965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DACB-D564-46B1-BAD7-793F3C84F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4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E33CDD-9421-496E-FCA3-E0AB7A3E8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A55C3-E1F3-539C-3A91-FB8130545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DB54F-A37D-720B-55DB-90FD396CA6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2C8D9-EBEB-42D7-8C0A-13D921EFA1B5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C4904-E521-1B27-3247-B9D8F8702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FC735-4546-00FC-AF06-11F8B3B0A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FDACB-D564-46B1-BAD7-793F3C84F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4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5024B6A-2EC7-44A1-D4BA-71D7FBF92E72}"/>
              </a:ext>
            </a:extLst>
          </p:cNvPr>
          <p:cNvSpPr txBox="1"/>
          <p:nvPr/>
        </p:nvSpPr>
        <p:spPr>
          <a:xfrm>
            <a:off x="2241755" y="61305"/>
            <a:ext cx="690224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Lorem ipsum dolor sit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amet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consectetur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adipiscing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elit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Sed non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dapibus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porttitor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nisi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eget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varius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justo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Vestibulum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volutpat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tristique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suscipit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Nunc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orci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quam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lobortis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ac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facilisis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sit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amet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condimentum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eget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ante. Sed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dignissim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eleifend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elementum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In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egestas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purus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dolor,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quis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elementum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risus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egestas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vel. Donec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feugiat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nulla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erat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vel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hendrerit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turpis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ullamcorper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in. Sed at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iaculis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enim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Pellentesque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vestibulum pharetra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urna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faucibus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Sed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porttitor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nibh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id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risus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mattis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molestie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Suspendisse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fermentum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urna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eget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mollis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pulvinar. Ut in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consectetur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nisi. Donec libero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quam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vestibulum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turpis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et,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tincidunt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blandit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urna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Aliquam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vitae semper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lacus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Morbi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viverra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lobortis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felis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vulputate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Suspendisse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porta vel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odio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quis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sodales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Vivamus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luctus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massa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quis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neque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posuere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iaculis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Nunc dictum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mattis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justo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Vestibulum vitae ex ante. Nunc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varius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ac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velit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tincidunt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tristique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Nullam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odio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elit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sagittis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quis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leo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a, porta lacinia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arcu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Vestibulum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erat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velit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pretium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vel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iaculis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a, vestibulum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eu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turpis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Aenean semper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sapien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id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tristique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fringilla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705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A220F6-BEBE-47AF-BE24-6D3D632F9E8B}"/>
              </a:ext>
            </a:extLst>
          </p:cNvPr>
          <p:cNvSpPr txBox="1"/>
          <p:nvPr/>
        </p:nvSpPr>
        <p:spPr>
          <a:xfrm>
            <a:off x="2683369" y="648388"/>
            <a:ext cx="6094324" cy="495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Morbi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quis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sapien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arcu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Proin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elementum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massa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eu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velit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commodo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commodo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Suspendisse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porttitor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ante diam, at semper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turpis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egestas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ut.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Vestibulum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imperdiet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enim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fermentum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mollis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sagittis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Lorem ipsum dolor sit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amet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consectetur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adipiscing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elit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Curabitur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lacus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augue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scelerisque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tortor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tincidunt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porta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mauris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Nullam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dignissim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neque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dignissim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euismod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euismod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elit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nibh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fringilla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ac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laoreet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felis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nulla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ante.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Vivamus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efficitur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lectus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massa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vitae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tristique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velit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venenatis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eget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Praesent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augue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diam,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consectetur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volutpat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cursus id, pharetra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ante. Donec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pretium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erat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in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tellus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viverra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lobortis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sed ac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mauris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Integer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efficitur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nisi id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venenatis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finibus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Integer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consectetur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lacus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sed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ultricies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interdum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Suspendisse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faucibus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dui semper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efficitur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consectetur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est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nisi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aliquam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dui,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eget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varius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neque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risus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id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arcu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Sed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varius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massa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mauris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vehicula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nec lacinia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lacus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bibendum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Aliquam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a ipsum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euismod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varius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ipsum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tristique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vulputate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diam. Ut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consectetur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purus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non dui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ultrices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elementum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Morbi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auctor nisi. Nulla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velit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libero,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elementum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id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consequat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eget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consequat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in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neque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Aliquam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metus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felis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commodo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sit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amet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dignissim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in, lacinia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vehicula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lacus</a:t>
            </a:r>
            <a:r>
              <a:rPr lang="en-US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94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397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Drew Quashie</dc:creator>
  <cp:lastModifiedBy>Drew Quashie</cp:lastModifiedBy>
  <cp:revision>1</cp:revision>
  <dcterms:created xsi:type="dcterms:W3CDTF">2025-09-25T17:09:51Z</dcterms:created>
  <dcterms:modified xsi:type="dcterms:W3CDTF">2025-09-25T17:16:06Z</dcterms:modified>
</cp:coreProperties>
</file>